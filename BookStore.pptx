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DM Serif Display" charset="1" panose="00000000000000000000"/>
      <p:regular r:id="rId13"/>
    </p:embeddedFont>
    <p:embeddedFont>
      <p:font typeface="DM Sans" charset="1" panose="00000000000000000000"/>
      <p:regular r:id="rId14"/>
    </p:embeddedFont>
    <p:embeddedFont>
      <p:font typeface="Open Sans 1 Bold" charset="1" panose="00000000000000000000"/>
      <p:regular r:id="rId15"/>
    </p:embeddedFont>
    <p:embeddedFont>
      <p:font typeface="Open Sans 2 Bold" charset="1" panose="020B0806030504020204"/>
      <p:regular r:id="rId16"/>
    </p:embeddedFont>
    <p:embeddedFont>
      <p:font typeface="Open Sans 2" charset="1" panose="020B0606030504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jpe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21655" y="0"/>
            <a:ext cx="5657850" cy="10287000"/>
            <a:chOff x="0" y="0"/>
            <a:chExt cx="1913890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3890" cy="3479800"/>
            </a:xfrm>
            <a:custGeom>
              <a:avLst/>
              <a:gdLst/>
              <a:ahLst/>
              <a:cxnLst/>
              <a:rect r="r" b="b" t="t" l="l"/>
              <a:pathLst>
                <a:path h="347980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9803542" y="2499926"/>
            <a:ext cx="6918239" cy="6918239"/>
            <a:chOff x="0" y="0"/>
            <a:chExt cx="2787650" cy="27876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87650" cy="2787650"/>
            </a:xfrm>
            <a:custGeom>
              <a:avLst/>
              <a:gdLst/>
              <a:ahLst/>
              <a:cxnLst/>
              <a:rect r="r" b="b" t="t" l="l"/>
              <a:pathLst>
                <a:path h="2787650" w="2787650">
                  <a:moveTo>
                    <a:pt x="81280" y="1861820"/>
                  </a:moveTo>
                  <a:cubicBezTo>
                    <a:pt x="73660" y="1841500"/>
                    <a:pt x="67310" y="1819910"/>
                    <a:pt x="60960" y="1799590"/>
                  </a:cubicBezTo>
                  <a:lnTo>
                    <a:pt x="1800860" y="59690"/>
                  </a:lnTo>
                  <a:cubicBezTo>
                    <a:pt x="1821180" y="66040"/>
                    <a:pt x="1842770" y="72390"/>
                    <a:pt x="1863090" y="80010"/>
                  </a:cubicBezTo>
                  <a:lnTo>
                    <a:pt x="81280" y="1861820"/>
                  </a:lnTo>
                  <a:close/>
                  <a:moveTo>
                    <a:pt x="1597660" y="15240"/>
                  </a:moveTo>
                  <a:cubicBezTo>
                    <a:pt x="1573530" y="11430"/>
                    <a:pt x="1548130" y="8890"/>
                    <a:pt x="1524000" y="6350"/>
                  </a:cubicBezTo>
                  <a:lnTo>
                    <a:pt x="6350" y="1524000"/>
                  </a:lnTo>
                  <a:cubicBezTo>
                    <a:pt x="8890" y="1548130"/>
                    <a:pt x="11430" y="1573530"/>
                    <a:pt x="15240" y="1597660"/>
                  </a:cubicBezTo>
                  <a:lnTo>
                    <a:pt x="1597660" y="15240"/>
                  </a:lnTo>
                  <a:close/>
                  <a:moveTo>
                    <a:pt x="2189480" y="248920"/>
                  </a:moveTo>
                  <a:cubicBezTo>
                    <a:pt x="2172970" y="237490"/>
                    <a:pt x="2156460" y="226060"/>
                    <a:pt x="2139950" y="215900"/>
                  </a:cubicBezTo>
                  <a:lnTo>
                    <a:pt x="215900" y="2139950"/>
                  </a:lnTo>
                  <a:cubicBezTo>
                    <a:pt x="226060" y="2156460"/>
                    <a:pt x="237490" y="2172970"/>
                    <a:pt x="248920" y="2189480"/>
                  </a:cubicBezTo>
                  <a:lnTo>
                    <a:pt x="2189480" y="248920"/>
                  </a:lnTo>
                  <a:close/>
                  <a:moveTo>
                    <a:pt x="1979930" y="128270"/>
                  </a:moveTo>
                  <a:cubicBezTo>
                    <a:pt x="1960880" y="119380"/>
                    <a:pt x="1941830" y="110490"/>
                    <a:pt x="1922780" y="102870"/>
                  </a:cubicBezTo>
                  <a:lnTo>
                    <a:pt x="104140" y="1921510"/>
                  </a:lnTo>
                  <a:cubicBezTo>
                    <a:pt x="111760" y="1940560"/>
                    <a:pt x="120650" y="1959610"/>
                    <a:pt x="129540" y="1978660"/>
                  </a:cubicBezTo>
                  <a:lnTo>
                    <a:pt x="1979930" y="128270"/>
                  </a:lnTo>
                  <a:close/>
                  <a:moveTo>
                    <a:pt x="2087880" y="185420"/>
                  </a:moveTo>
                  <a:cubicBezTo>
                    <a:pt x="2070100" y="175260"/>
                    <a:pt x="2052320" y="165100"/>
                    <a:pt x="2034540" y="156210"/>
                  </a:cubicBezTo>
                  <a:lnTo>
                    <a:pt x="154940" y="2035810"/>
                  </a:lnTo>
                  <a:cubicBezTo>
                    <a:pt x="163830" y="2053590"/>
                    <a:pt x="173990" y="2071370"/>
                    <a:pt x="184150" y="2089150"/>
                  </a:cubicBezTo>
                  <a:lnTo>
                    <a:pt x="2087880" y="185420"/>
                  </a:lnTo>
                  <a:close/>
                  <a:moveTo>
                    <a:pt x="834390" y="116840"/>
                  </a:moveTo>
                  <a:cubicBezTo>
                    <a:pt x="774700" y="143510"/>
                    <a:pt x="716280" y="173990"/>
                    <a:pt x="660400" y="208280"/>
                  </a:cubicBezTo>
                  <a:lnTo>
                    <a:pt x="208280" y="660400"/>
                  </a:lnTo>
                  <a:cubicBezTo>
                    <a:pt x="172720" y="716280"/>
                    <a:pt x="142240" y="774700"/>
                    <a:pt x="116840" y="834390"/>
                  </a:cubicBezTo>
                  <a:lnTo>
                    <a:pt x="834390" y="116840"/>
                  </a:lnTo>
                  <a:close/>
                  <a:moveTo>
                    <a:pt x="1363980" y="0"/>
                  </a:moveTo>
                  <a:lnTo>
                    <a:pt x="0" y="1363980"/>
                  </a:lnTo>
                  <a:cubicBezTo>
                    <a:pt x="0" y="1391920"/>
                    <a:pt x="0" y="1418590"/>
                    <a:pt x="1270" y="1446530"/>
                  </a:cubicBezTo>
                  <a:lnTo>
                    <a:pt x="1445260" y="1270"/>
                  </a:lnTo>
                  <a:cubicBezTo>
                    <a:pt x="1418590" y="0"/>
                    <a:pt x="1390650" y="0"/>
                    <a:pt x="1363980" y="0"/>
                  </a:cubicBezTo>
                  <a:close/>
                  <a:moveTo>
                    <a:pt x="2787650" y="1386840"/>
                  </a:moveTo>
                  <a:lnTo>
                    <a:pt x="1386840" y="2787650"/>
                  </a:lnTo>
                  <a:cubicBezTo>
                    <a:pt x="1414780" y="2787650"/>
                    <a:pt x="1443990" y="2787650"/>
                    <a:pt x="1471930" y="2785110"/>
                  </a:cubicBezTo>
                  <a:lnTo>
                    <a:pt x="2785110" y="1471930"/>
                  </a:lnTo>
                  <a:cubicBezTo>
                    <a:pt x="2786380" y="1443990"/>
                    <a:pt x="2787650" y="1414780"/>
                    <a:pt x="2787650" y="1386840"/>
                  </a:cubicBezTo>
                  <a:close/>
                  <a:moveTo>
                    <a:pt x="2283460" y="321310"/>
                  </a:moveTo>
                  <a:cubicBezTo>
                    <a:pt x="2268220" y="308610"/>
                    <a:pt x="2252980" y="295910"/>
                    <a:pt x="2237740" y="284480"/>
                  </a:cubicBezTo>
                  <a:lnTo>
                    <a:pt x="284480" y="2237740"/>
                  </a:lnTo>
                  <a:cubicBezTo>
                    <a:pt x="295910" y="2252980"/>
                    <a:pt x="308610" y="2268220"/>
                    <a:pt x="321310" y="2283460"/>
                  </a:cubicBezTo>
                  <a:lnTo>
                    <a:pt x="2283460" y="321310"/>
                  </a:lnTo>
                  <a:close/>
                  <a:moveTo>
                    <a:pt x="1276350" y="5080"/>
                  </a:moveTo>
                  <a:cubicBezTo>
                    <a:pt x="1244600" y="7620"/>
                    <a:pt x="1214120" y="11430"/>
                    <a:pt x="1182370" y="16510"/>
                  </a:cubicBezTo>
                  <a:lnTo>
                    <a:pt x="16510" y="1182370"/>
                  </a:lnTo>
                  <a:cubicBezTo>
                    <a:pt x="11430" y="1214120"/>
                    <a:pt x="7620" y="1244600"/>
                    <a:pt x="5080" y="1276350"/>
                  </a:cubicBezTo>
                  <a:lnTo>
                    <a:pt x="1276350" y="5080"/>
                  </a:lnTo>
                  <a:close/>
                  <a:moveTo>
                    <a:pt x="1080770" y="35560"/>
                  </a:moveTo>
                  <a:cubicBezTo>
                    <a:pt x="1042670" y="44450"/>
                    <a:pt x="1004570" y="54610"/>
                    <a:pt x="966470" y="67310"/>
                  </a:cubicBezTo>
                  <a:lnTo>
                    <a:pt x="66040" y="966470"/>
                  </a:lnTo>
                  <a:cubicBezTo>
                    <a:pt x="54610" y="1004570"/>
                    <a:pt x="43180" y="1041400"/>
                    <a:pt x="34290" y="1080770"/>
                  </a:cubicBezTo>
                  <a:lnTo>
                    <a:pt x="1080770" y="35560"/>
                  </a:lnTo>
                  <a:close/>
                  <a:moveTo>
                    <a:pt x="1734820" y="41910"/>
                  </a:moveTo>
                  <a:cubicBezTo>
                    <a:pt x="1711960" y="36830"/>
                    <a:pt x="1690370" y="31750"/>
                    <a:pt x="1667510" y="26670"/>
                  </a:cubicBezTo>
                  <a:lnTo>
                    <a:pt x="26670" y="1667510"/>
                  </a:lnTo>
                  <a:cubicBezTo>
                    <a:pt x="31750" y="1690370"/>
                    <a:pt x="36830" y="1711960"/>
                    <a:pt x="41910" y="1734820"/>
                  </a:cubicBezTo>
                  <a:lnTo>
                    <a:pt x="1734820" y="41910"/>
                  </a:lnTo>
                  <a:close/>
                  <a:moveTo>
                    <a:pt x="2762250" y="1659890"/>
                  </a:moveTo>
                  <a:cubicBezTo>
                    <a:pt x="2768600" y="1626870"/>
                    <a:pt x="2773680" y="1595120"/>
                    <a:pt x="2777490" y="1562100"/>
                  </a:cubicBezTo>
                  <a:lnTo>
                    <a:pt x="1562100" y="2777490"/>
                  </a:lnTo>
                  <a:cubicBezTo>
                    <a:pt x="1595120" y="2773680"/>
                    <a:pt x="1628140" y="2768600"/>
                    <a:pt x="1659890" y="2762250"/>
                  </a:cubicBezTo>
                  <a:lnTo>
                    <a:pt x="2762250" y="1659890"/>
                  </a:lnTo>
                  <a:close/>
                  <a:moveTo>
                    <a:pt x="2785110" y="1306830"/>
                  </a:moveTo>
                  <a:cubicBezTo>
                    <a:pt x="2783840" y="1281430"/>
                    <a:pt x="2781300" y="1256030"/>
                    <a:pt x="2778760" y="1230630"/>
                  </a:cubicBezTo>
                  <a:lnTo>
                    <a:pt x="1230630" y="2777490"/>
                  </a:lnTo>
                  <a:cubicBezTo>
                    <a:pt x="1256030" y="2780030"/>
                    <a:pt x="1281430" y="2782570"/>
                    <a:pt x="1306830" y="2783840"/>
                  </a:cubicBezTo>
                  <a:lnTo>
                    <a:pt x="2785110" y="1306830"/>
                  </a:lnTo>
                  <a:close/>
                  <a:moveTo>
                    <a:pt x="2767330" y="1158240"/>
                  </a:moveTo>
                  <a:cubicBezTo>
                    <a:pt x="2763520" y="1135380"/>
                    <a:pt x="2758440" y="1112520"/>
                    <a:pt x="2753360" y="1089660"/>
                  </a:cubicBezTo>
                  <a:lnTo>
                    <a:pt x="1088390" y="2753360"/>
                  </a:lnTo>
                  <a:cubicBezTo>
                    <a:pt x="1111250" y="2758440"/>
                    <a:pt x="1134110" y="2763520"/>
                    <a:pt x="1156970" y="2767330"/>
                  </a:cubicBezTo>
                  <a:lnTo>
                    <a:pt x="2767330" y="1158240"/>
                  </a:lnTo>
                  <a:close/>
                  <a:moveTo>
                    <a:pt x="2369820" y="398780"/>
                  </a:moveTo>
                  <a:cubicBezTo>
                    <a:pt x="2355850" y="384810"/>
                    <a:pt x="2341880" y="372110"/>
                    <a:pt x="2327910" y="358140"/>
                  </a:cubicBezTo>
                  <a:lnTo>
                    <a:pt x="359410" y="2326640"/>
                  </a:lnTo>
                  <a:cubicBezTo>
                    <a:pt x="372110" y="2340610"/>
                    <a:pt x="386080" y="2354580"/>
                    <a:pt x="400050" y="2368550"/>
                  </a:cubicBezTo>
                  <a:lnTo>
                    <a:pt x="2369820" y="398780"/>
                  </a:lnTo>
                  <a:close/>
                  <a:moveTo>
                    <a:pt x="2451100" y="2301240"/>
                  </a:moveTo>
                  <a:cubicBezTo>
                    <a:pt x="2520950" y="2219960"/>
                    <a:pt x="2579370" y="2133600"/>
                    <a:pt x="2627630" y="2042160"/>
                  </a:cubicBezTo>
                  <a:lnTo>
                    <a:pt x="2042160" y="2627630"/>
                  </a:lnTo>
                  <a:cubicBezTo>
                    <a:pt x="2133600" y="2579370"/>
                    <a:pt x="2219960" y="2520950"/>
                    <a:pt x="2301240" y="2451100"/>
                  </a:cubicBezTo>
                  <a:lnTo>
                    <a:pt x="2451100" y="2301240"/>
                  </a:lnTo>
                  <a:close/>
                  <a:moveTo>
                    <a:pt x="2736850" y="1023620"/>
                  </a:moveTo>
                  <a:cubicBezTo>
                    <a:pt x="2730500" y="1002030"/>
                    <a:pt x="2724150" y="981710"/>
                    <a:pt x="2717800" y="960120"/>
                  </a:cubicBezTo>
                  <a:lnTo>
                    <a:pt x="960120" y="2717800"/>
                  </a:lnTo>
                  <a:cubicBezTo>
                    <a:pt x="981710" y="2724150"/>
                    <a:pt x="1002030" y="2730500"/>
                    <a:pt x="1023620" y="2736850"/>
                  </a:cubicBezTo>
                  <a:lnTo>
                    <a:pt x="2736850" y="1023620"/>
                  </a:lnTo>
                  <a:close/>
                  <a:moveTo>
                    <a:pt x="2696210" y="1892300"/>
                  </a:moveTo>
                  <a:cubicBezTo>
                    <a:pt x="2711450" y="1851660"/>
                    <a:pt x="2725420" y="1811020"/>
                    <a:pt x="2736850" y="1769110"/>
                  </a:cubicBezTo>
                  <a:lnTo>
                    <a:pt x="1769110" y="2736850"/>
                  </a:lnTo>
                  <a:cubicBezTo>
                    <a:pt x="1811020" y="2725420"/>
                    <a:pt x="1851660" y="2711450"/>
                    <a:pt x="1892300" y="2696210"/>
                  </a:cubicBezTo>
                  <a:lnTo>
                    <a:pt x="2696210" y="1892300"/>
                  </a:lnTo>
                  <a:close/>
                  <a:moveTo>
                    <a:pt x="2523490" y="576580"/>
                  </a:moveTo>
                  <a:cubicBezTo>
                    <a:pt x="2512060" y="561340"/>
                    <a:pt x="2500630" y="544830"/>
                    <a:pt x="2487930" y="529590"/>
                  </a:cubicBezTo>
                  <a:lnTo>
                    <a:pt x="529590" y="2486660"/>
                  </a:lnTo>
                  <a:cubicBezTo>
                    <a:pt x="544830" y="2499360"/>
                    <a:pt x="561340" y="2510790"/>
                    <a:pt x="576580" y="2522220"/>
                  </a:cubicBezTo>
                  <a:lnTo>
                    <a:pt x="2523490" y="576580"/>
                  </a:lnTo>
                  <a:close/>
                  <a:moveTo>
                    <a:pt x="2696210" y="899160"/>
                  </a:moveTo>
                  <a:cubicBezTo>
                    <a:pt x="2688590" y="878840"/>
                    <a:pt x="2680970" y="859790"/>
                    <a:pt x="2672080" y="840740"/>
                  </a:cubicBezTo>
                  <a:lnTo>
                    <a:pt x="839470" y="2673350"/>
                  </a:lnTo>
                  <a:cubicBezTo>
                    <a:pt x="858520" y="2682240"/>
                    <a:pt x="878840" y="2689860"/>
                    <a:pt x="897890" y="2697480"/>
                  </a:cubicBezTo>
                  <a:lnTo>
                    <a:pt x="2696210" y="899160"/>
                  </a:lnTo>
                  <a:close/>
                  <a:moveTo>
                    <a:pt x="2449830" y="483870"/>
                  </a:moveTo>
                  <a:cubicBezTo>
                    <a:pt x="2437130" y="468630"/>
                    <a:pt x="2424430" y="454660"/>
                    <a:pt x="2410460" y="440690"/>
                  </a:cubicBezTo>
                  <a:lnTo>
                    <a:pt x="440690" y="2410460"/>
                  </a:lnTo>
                  <a:cubicBezTo>
                    <a:pt x="454660" y="2424430"/>
                    <a:pt x="469900" y="2437130"/>
                    <a:pt x="483870" y="2449830"/>
                  </a:cubicBezTo>
                  <a:lnTo>
                    <a:pt x="2449830" y="483870"/>
                  </a:lnTo>
                  <a:close/>
                  <a:moveTo>
                    <a:pt x="2588260" y="675640"/>
                  </a:moveTo>
                  <a:cubicBezTo>
                    <a:pt x="2578100" y="659130"/>
                    <a:pt x="2567940" y="641350"/>
                    <a:pt x="2556510" y="624840"/>
                  </a:cubicBezTo>
                  <a:lnTo>
                    <a:pt x="624840" y="2556510"/>
                  </a:lnTo>
                  <a:cubicBezTo>
                    <a:pt x="641350" y="2567940"/>
                    <a:pt x="657860" y="2578100"/>
                    <a:pt x="675640" y="2588260"/>
                  </a:cubicBezTo>
                  <a:lnTo>
                    <a:pt x="2588260" y="675640"/>
                  </a:lnTo>
                  <a:close/>
                  <a:moveTo>
                    <a:pt x="2646680" y="783590"/>
                  </a:moveTo>
                  <a:cubicBezTo>
                    <a:pt x="2637790" y="765810"/>
                    <a:pt x="2628900" y="746760"/>
                    <a:pt x="2618740" y="728980"/>
                  </a:cubicBezTo>
                  <a:lnTo>
                    <a:pt x="728980" y="2618740"/>
                  </a:lnTo>
                  <a:cubicBezTo>
                    <a:pt x="746760" y="2628900"/>
                    <a:pt x="764540" y="2637790"/>
                    <a:pt x="783590" y="2646680"/>
                  </a:cubicBezTo>
                  <a:lnTo>
                    <a:pt x="2646680" y="78359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409545" y="1313678"/>
            <a:ext cx="7659645" cy="7659645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613419" y="1517566"/>
            <a:ext cx="7251898" cy="7251869"/>
            <a:chOff x="0" y="0"/>
            <a:chExt cx="6350000" cy="63499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7857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7259300" y="287295"/>
            <a:ext cx="1851667" cy="2156235"/>
          </a:xfrm>
          <a:custGeom>
            <a:avLst/>
            <a:gdLst/>
            <a:ahLst/>
            <a:cxnLst/>
            <a:rect r="r" b="b" t="t" l="l"/>
            <a:pathLst>
              <a:path h="2156235" w="1851667">
                <a:moveTo>
                  <a:pt x="0" y="0"/>
                </a:moveTo>
                <a:lnTo>
                  <a:pt x="1851667" y="0"/>
                </a:lnTo>
                <a:lnTo>
                  <a:pt x="1851667" y="2156235"/>
                </a:lnTo>
                <a:lnTo>
                  <a:pt x="0" y="21562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76695" y="2744206"/>
            <a:ext cx="5821191" cy="3486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63"/>
              </a:lnSpc>
            </a:pPr>
            <a:r>
              <a:rPr lang="en-US" sz="1398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Book</a:t>
            </a:r>
          </a:p>
          <a:p>
            <a:pPr algn="l">
              <a:lnSpc>
                <a:spcPts val="12163"/>
              </a:lnSpc>
            </a:pPr>
            <a:r>
              <a:rPr lang="en-US" sz="1398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Store</a:t>
            </a:r>
          </a:p>
          <a:p>
            <a:pPr algn="l">
              <a:lnSpc>
                <a:spcPts val="1914"/>
              </a:lnSpc>
            </a:pPr>
          </a:p>
          <a:p>
            <a:pPr algn="l">
              <a:lnSpc>
                <a:spcPts val="2087"/>
              </a:lnSpc>
            </a:pPr>
            <a:r>
              <a:rPr lang="en-US" sz="2399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--The Book Store app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6695" y="7078307"/>
            <a:ext cx="446723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4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Guided </a:t>
            </a:r>
            <a:r>
              <a:rPr lang="en-US" sz="2499" spc="14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by: </a:t>
            </a:r>
          </a:p>
          <a:p>
            <a:pPr algn="l">
              <a:lnSpc>
                <a:spcPts val="3499"/>
              </a:lnSpc>
            </a:pPr>
            <a:r>
              <a:rPr lang="en-US" sz="2499" spc="14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Rohit Adhav Sir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87940" y="0"/>
            <a:ext cx="9800060" cy="10287000"/>
            <a:chOff x="0" y="0"/>
            <a:chExt cx="258108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8108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81086">
                  <a:moveTo>
                    <a:pt x="0" y="0"/>
                  </a:moveTo>
                  <a:lnTo>
                    <a:pt x="2581086" y="0"/>
                  </a:lnTo>
                  <a:lnTo>
                    <a:pt x="258108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1A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581086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221556" y="6743701"/>
            <a:ext cx="512294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1518124" y="514350"/>
            <a:ext cx="3478468" cy="3478454"/>
            <a:chOff x="0" y="0"/>
            <a:chExt cx="6350000" cy="63499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0" t="-8588" r="0" b="-1680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510471" y="5263902"/>
            <a:ext cx="3493774" cy="3493760"/>
            <a:chOff x="0" y="0"/>
            <a:chExt cx="6350000" cy="63499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-3333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21556" y="3638549"/>
            <a:ext cx="5122944" cy="231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25"/>
              </a:lnSpc>
            </a:pPr>
            <a:r>
              <a:rPr lang="en-US" b="true" sz="85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Members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79634" y="4438535"/>
            <a:ext cx="4555449" cy="584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17"/>
              </a:lnSpc>
              <a:spcBef>
                <a:spcPct val="0"/>
              </a:spcBef>
            </a:pPr>
            <a:r>
              <a:rPr lang="en-US" b="true" sz="3628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Tejaswini Kere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69611" y="9185683"/>
            <a:ext cx="4575493" cy="586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38"/>
              </a:lnSpc>
              <a:spcBef>
                <a:spcPct val="0"/>
              </a:spcBef>
            </a:pPr>
            <a:r>
              <a:rPr lang="en-US" b="true" sz="3644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Hetal Patel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71150" y="-1106859"/>
            <a:ext cx="12500768" cy="1250071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4931" t="0" r="-24931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-5400000">
            <a:off x="546454" y="7751947"/>
            <a:ext cx="983543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264857" y="6955353"/>
            <a:ext cx="7591508" cy="146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2"/>
              </a:lnSpc>
            </a:pPr>
            <a:r>
              <a:rPr lang="en-US" b="true" sz="2852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Buy</a:t>
            </a:r>
            <a:r>
              <a:rPr lang="en-US" b="true" sz="2852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and search books online easily</a:t>
            </a:r>
          </a:p>
          <a:p>
            <a:pPr algn="l" marL="0" indent="0" lvl="0">
              <a:lnSpc>
                <a:spcPts val="3992"/>
              </a:lnSpc>
            </a:pPr>
          </a:p>
          <a:p>
            <a:pPr algn="l" marL="0" indent="0" lvl="0">
              <a:lnSpc>
                <a:spcPts val="3992"/>
              </a:lnSpc>
            </a:pPr>
            <a:r>
              <a:rPr lang="en-US" b="true" sz="2852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Simple cart and order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72897"/>
            <a:ext cx="7854272" cy="315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480"/>
              </a:lnSpc>
            </a:pPr>
            <a:r>
              <a:rPr lang="en-US" b="true" sz="1040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Project Overview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8793" t="0" r="2092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1652935" y="3983355"/>
            <a:ext cx="5532090" cy="3922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7" indent="-388618" lvl="1">
              <a:lnSpc>
                <a:spcPts val="539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Make b</a:t>
            </a:r>
            <a:r>
              <a:rPr lang="en-US" sz="35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ook shopping quick and convenient</a:t>
            </a:r>
          </a:p>
          <a:p>
            <a:pPr algn="l" marL="777237" indent="-388618" lvl="1">
              <a:lnSpc>
                <a:spcPts val="5399"/>
              </a:lnSpc>
              <a:spcBef>
                <a:spcPct val="0"/>
              </a:spcBef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Sim</a:t>
            </a:r>
            <a:r>
              <a:rPr lang="en-US" sz="3599" u="none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ple UI</a:t>
            </a:r>
          </a:p>
          <a:p>
            <a:pPr algn="l" marL="777237" indent="-388618" lvl="1">
              <a:lnSpc>
                <a:spcPts val="5399"/>
              </a:lnSpc>
              <a:spcBef>
                <a:spcPct val="0"/>
              </a:spcBef>
              <a:buFont typeface="Arial"/>
              <a:buChar char="•"/>
            </a:pPr>
            <a:r>
              <a:rPr lang="en-US" sz="3599" u="none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Provide a simple and user-friendly platform</a:t>
            </a:r>
          </a:p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994215" y="2035391"/>
            <a:ext cx="553209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Objective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24361" y="1171575"/>
            <a:ext cx="13134939" cy="1774400"/>
            <a:chOff x="0" y="0"/>
            <a:chExt cx="17513252" cy="236586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6675"/>
              <a:ext cx="17513252" cy="1347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99"/>
                </a:lnSpc>
              </a:pPr>
              <a:r>
                <a:rPr lang="en-US" b="true" sz="6999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Features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43144"/>
              <a:ext cx="17513252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24361" y="3844400"/>
            <a:ext cx="13134939" cy="4747150"/>
            <a:chOff x="0" y="0"/>
            <a:chExt cx="17513252" cy="6329533"/>
          </a:xfrm>
        </p:grpSpPr>
        <p:sp>
          <p:nvSpPr>
            <p:cNvPr name="AutoShape 6" id="6"/>
            <p:cNvSpPr/>
            <p:nvPr/>
          </p:nvSpPr>
          <p:spPr>
            <a:xfrm>
              <a:off x="0" y="986877"/>
              <a:ext cx="17513252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2439086"/>
              <a:ext cx="17513252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0" y="3891294"/>
              <a:ext cx="17513252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0" y="5343502"/>
              <a:ext cx="17513252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0" id="10"/>
            <p:cNvSpPr txBox="true"/>
            <p:nvPr/>
          </p:nvSpPr>
          <p:spPr>
            <a:xfrm rot="0">
              <a:off x="374203" y="-9525"/>
              <a:ext cx="14315533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b="true" sz="2600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User registration &amp; login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74203" y="2894892"/>
              <a:ext cx="14315533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b="true" sz="2600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Add products to wishlist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74203" y="5799308"/>
              <a:ext cx="14315533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b="true" sz="2600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Add to Cart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74203" y="1442683"/>
              <a:ext cx="14315533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b="true" sz="2600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Product Search &amp; Filters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74203" y="4347100"/>
              <a:ext cx="14315533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b="true" sz="2600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Order management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3331" y="5268265"/>
            <a:ext cx="4653531" cy="4653531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5715000" y="6350000"/>
                  </a:moveTo>
                  <a:lnTo>
                    <a:pt x="635000" y="6350000"/>
                  </a:lnTo>
                  <a:cubicBezTo>
                    <a:pt x="284480" y="6350000"/>
                    <a:pt x="0" y="6065520"/>
                    <a:pt x="0" y="5715000"/>
                  </a:cubicBez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5715000"/>
                  </a:lnTo>
                  <a:cubicBezTo>
                    <a:pt x="6350000" y="6065520"/>
                    <a:pt x="6065520" y="6350000"/>
                    <a:pt x="57150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253086" y="374992"/>
            <a:ext cx="4653531" cy="4653531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5715000" y="6350000"/>
                  </a:moveTo>
                  <a:lnTo>
                    <a:pt x="635000" y="6350000"/>
                  </a:lnTo>
                  <a:cubicBezTo>
                    <a:pt x="284480" y="6350000"/>
                    <a:pt x="0" y="6065520"/>
                    <a:pt x="0" y="5715000"/>
                  </a:cubicBez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5715000"/>
                  </a:lnTo>
                  <a:cubicBezTo>
                    <a:pt x="6350000" y="6065520"/>
                    <a:pt x="6065520" y="6350000"/>
                    <a:pt x="57150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323331" y="374992"/>
            <a:ext cx="4653531" cy="4653531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5715000" y="6350000"/>
                  </a:moveTo>
                  <a:lnTo>
                    <a:pt x="635000" y="6350000"/>
                  </a:lnTo>
                  <a:cubicBezTo>
                    <a:pt x="284480" y="6350000"/>
                    <a:pt x="0" y="6065520"/>
                    <a:pt x="0" y="5715000"/>
                  </a:cubicBez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5715000"/>
                  </a:lnTo>
                  <a:cubicBezTo>
                    <a:pt x="6350000" y="6065520"/>
                    <a:pt x="6065520" y="6350000"/>
                    <a:pt x="57150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4906" t="0" r="-2490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253086" y="5268265"/>
            <a:ext cx="4653531" cy="4653531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5715000" y="6350000"/>
                  </a:moveTo>
                  <a:lnTo>
                    <a:pt x="635000" y="6350000"/>
                  </a:lnTo>
                  <a:cubicBezTo>
                    <a:pt x="284480" y="6350000"/>
                    <a:pt x="0" y="6065520"/>
                    <a:pt x="0" y="5715000"/>
                  </a:cubicBez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5715000"/>
                  </a:lnTo>
                  <a:cubicBezTo>
                    <a:pt x="6350000" y="6065520"/>
                    <a:pt x="6065520" y="6350000"/>
                    <a:pt x="5715000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14412" t="0" r="-1441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658230" y="837690"/>
            <a:ext cx="8341730" cy="8611620"/>
            <a:chOff x="0" y="0"/>
            <a:chExt cx="2196999" cy="22680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6999" cy="2268081"/>
            </a:xfrm>
            <a:custGeom>
              <a:avLst/>
              <a:gdLst/>
              <a:ahLst/>
              <a:cxnLst/>
              <a:rect r="r" b="b" t="t" l="l"/>
              <a:pathLst>
                <a:path h="2268081" w="2196999">
                  <a:moveTo>
                    <a:pt x="23202" y="0"/>
                  </a:moveTo>
                  <a:lnTo>
                    <a:pt x="2173796" y="0"/>
                  </a:lnTo>
                  <a:cubicBezTo>
                    <a:pt x="2186611" y="0"/>
                    <a:pt x="2196999" y="10388"/>
                    <a:pt x="2196999" y="23202"/>
                  </a:cubicBezTo>
                  <a:lnTo>
                    <a:pt x="2196999" y="2244878"/>
                  </a:lnTo>
                  <a:cubicBezTo>
                    <a:pt x="2196999" y="2257693"/>
                    <a:pt x="2186611" y="2268081"/>
                    <a:pt x="2173796" y="2268081"/>
                  </a:cubicBezTo>
                  <a:lnTo>
                    <a:pt x="23202" y="2268081"/>
                  </a:lnTo>
                  <a:cubicBezTo>
                    <a:pt x="10388" y="2268081"/>
                    <a:pt x="0" y="2257693"/>
                    <a:pt x="0" y="2244878"/>
                  </a:cubicBezTo>
                  <a:lnTo>
                    <a:pt x="0" y="23202"/>
                  </a:lnTo>
                  <a:cubicBezTo>
                    <a:pt x="0" y="10388"/>
                    <a:pt x="10388" y="0"/>
                    <a:pt x="2320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196999" cy="2325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906336" y="5994522"/>
            <a:ext cx="2044700" cy="2044700"/>
          </a:xfrm>
          <a:custGeom>
            <a:avLst/>
            <a:gdLst/>
            <a:ahLst/>
            <a:cxnLst/>
            <a:rect r="r" b="b" t="t" l="l"/>
            <a:pathLst>
              <a:path h="2044700" w="2044700">
                <a:moveTo>
                  <a:pt x="0" y="0"/>
                </a:moveTo>
                <a:lnTo>
                  <a:pt x="2044700" y="0"/>
                </a:lnTo>
                <a:lnTo>
                  <a:pt x="2044700" y="2044700"/>
                </a:lnTo>
                <a:lnTo>
                  <a:pt x="0" y="2044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49015" y="3508481"/>
            <a:ext cx="5559342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125" spc="-142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Technology Used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138854"/>
            <a:ext cx="16230600" cy="4009292"/>
            <a:chOff x="0" y="0"/>
            <a:chExt cx="3774616" cy="9324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74617" cy="932408"/>
            </a:xfrm>
            <a:custGeom>
              <a:avLst/>
              <a:gdLst/>
              <a:ahLst/>
              <a:cxnLst/>
              <a:rect r="r" b="b" t="t" l="l"/>
              <a:pathLst>
                <a:path h="932408" w="3774617">
                  <a:moveTo>
                    <a:pt x="0" y="0"/>
                  </a:moveTo>
                  <a:lnTo>
                    <a:pt x="3774617" y="0"/>
                  </a:lnTo>
                  <a:lnTo>
                    <a:pt x="3774617" y="932408"/>
                  </a:lnTo>
                  <a:lnTo>
                    <a:pt x="0" y="932408"/>
                  </a:lnTo>
                  <a:close/>
                </a:path>
              </a:pathLst>
            </a:custGeom>
            <a:solidFill>
              <a:srgbClr val="28269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4695204">
            <a:off x="1175350" y="3349924"/>
            <a:ext cx="4443920" cy="7596444"/>
          </a:xfrm>
          <a:custGeom>
            <a:avLst/>
            <a:gdLst/>
            <a:ahLst/>
            <a:cxnLst/>
            <a:rect r="r" b="b" t="t" l="l"/>
            <a:pathLst>
              <a:path h="7596444" w="4443920">
                <a:moveTo>
                  <a:pt x="0" y="0"/>
                </a:moveTo>
                <a:lnTo>
                  <a:pt x="4443919" y="0"/>
                </a:lnTo>
                <a:lnTo>
                  <a:pt x="4443919" y="7596444"/>
                </a:lnTo>
                <a:lnTo>
                  <a:pt x="0" y="75964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29200" y="4403834"/>
            <a:ext cx="8229600" cy="1109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76"/>
              </a:lnSpc>
              <a:spcBef>
                <a:spcPct val="0"/>
              </a:spcBef>
            </a:pPr>
            <a:r>
              <a:rPr lang="en-US" b="true" sz="6554" u="non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DAG8D4iqiI0</dc:identifier>
  <dcterms:modified xsi:type="dcterms:W3CDTF">2011-08-01T06:04:30Z</dcterms:modified>
  <cp:revision>1</cp:revision>
  <dc:title>Special</dc:title>
</cp:coreProperties>
</file>